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3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Геометрия кадра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Масштабирование, поворот, сдвиг, отражение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и аффинное преобразование по трём точкам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Компьютерное зрение · OpenCV · NumPy · Matplotlib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167109"/>
            <a:ext cx="4645152" cy="2615221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преобразований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Масштабировать изображение до квадрата 300 × 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Повернуть изображение на 25°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Сместить на 120 пикселей влево и 60 вниз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Отразить изображение по вертикали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Выполнить аффинное преобразование треугольника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исходный кадр, пикселей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 ×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матрица аффинного преобразования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степеней свободы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Аффинное преобразование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Одна матрица описывает все пять операций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Линейная часть 2 ×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96896"/>
            <a:ext cx="2807208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Отвечает за поворот, масштаб и скос. Модуль определителя показывает, во сколько раз меняется площадь фигуры, а знак — сохраняется ли ориентация.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Столбец переноса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96896"/>
            <a:ext cx="2807208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Задаёт сдвиг: положительное tₓ двигает вправо, положительное t_y — вниз. Отсюда «влево на 120 и вниз на 60» — это tₓ = −120, t_y = +60.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Что сохраняется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96896"/>
            <a:ext cx="2807208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Прямые остаются прямыми, параллельные — параллельными, отношение длин на одной прямой не меняется. Углы и длины не сохраняются.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80560"/>
            <a:ext cx="10543032" cy="1463040"/>
          </a:xfrm>
          <a:prstGeom prst="roundRect">
            <a:avLst>
              <a:gd name="adj" fmla="val 875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" y="4718304"/>
            <a:ext cx="50292" cy="98755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736592"/>
            <a:ext cx="9701784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warpAffine идёт от выходного пикселя к входному по обратному преобразованию — иначе в выходной сетке остались бы «дыры». Точки за пределами исходного кадра заполняются по borderMode и borderValue.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Масштабирование до 300 ×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Соотношение сторон меняется с 1.776 на 1.000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pic>
        <p:nvPicPr>
          <p:cNvPr id="7" name="Picture 6" descr="re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2825496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6227064" y="1965960"/>
            <a:ext cx="5138928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2135124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0.300 / 0.533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537460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коэффициенты sₓ и s_y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3127248"/>
            <a:ext cx="5138928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3296412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в 6.3 раза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3698748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меньше пикселей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4288536"/>
            <a:ext cx="5138928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4457699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(ширина, высота)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860036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порядок аргументов cv2.resize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97296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Второй вариант сохраняет пропорции: изображение вписано в квадрат и дополнено полями через cv2.copyMakeBorder.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Выбор интерполяции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Один и тот же фрагмент после четырёх методов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pic>
        <p:nvPicPr>
          <p:cNvPr id="7" name="Picture 6" descr="inte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724912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074920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Nearest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477256"/>
            <a:ext cx="19453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35.5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8153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4185" y="5074920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4185" y="5477256"/>
            <a:ext cx="19453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32.9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3348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5074920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Cubic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80" y="5477256"/>
            <a:ext cx="19453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36.2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8542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4574" y="5074920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4574" y="5477256"/>
            <a:ext cx="19453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25.6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0175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INTER_NEAREST даёт самый «зубчатый» результат, INTER_AREA — самый гладкий; при уменьшении кадра рекомендуется именно он.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Поворот на 25°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getRotationMatrix2D возвращает готовую матрицу 2 ×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pic>
        <p:nvPicPr>
          <p:cNvPr id="7" name="Picture 6" descr="ro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0.9063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M[0,0] = cos 25° = 0.9063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0.4226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M[0,1] = sin 25° = 0.4226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366259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1.000000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76859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определитель: поворот сохраняет площадь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51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M = cv2.getRotationMatrix2D(center, 25.0, 1.0)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rotated = cv2.warpAffine(image, M, (width, height))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Кадр под поворот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При неизменном размере углы изображения обрезаются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pic>
        <p:nvPicPr>
          <p:cNvPr id="7" name="Picture 6" descr="exp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1144 × 932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расширенный кадр вместо 1000 × 563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0B57D0"/>
                </a:solidFill>
                <a:latin typeface="Helvetica Neue"/>
              </a:defRPr>
            </a:pPr>
            <a:r>
              <a:t>W′ = H·sin θ + W·cos 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новая ширина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50" b="1">
                <a:solidFill>
                  <a:srgbClr val="0B57D0"/>
                </a:solidFill>
                <a:latin typeface="Helvetica Neue"/>
              </a:defRPr>
            </a:pPr>
            <a:r>
              <a:t>H′ = H·cos θ + W·sin 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новая высота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53712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Столбец переноса сдвигается на разницу центров, иначе изображение уедет в угол расширенного кадра.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Сдвиг на (−120, +60)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Матрица переноса и проверка по контрольной точке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(400, 200)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контрольная точка до сдвига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(280, 260)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она же после сдвига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120 и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ширина полос фона справа и сверху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51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T = np.float32([[1, 0, -120],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           [0, 1,   60]])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Отражение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cv2.flip численно совпадает со срезами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7" name="Picture 6" descr="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449884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Функция OpenCV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6275" y="449884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Эквивалент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9590" y="4498848"/>
            <a:ext cx="13386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Совпало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73168"/>
            <a:ext cx="6035040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6460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cv2.flip(img,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6275" y="486460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img[::-1, :]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9590" y="4864608"/>
            <a:ext cx="13386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да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57216"/>
            <a:ext cx="603504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3036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cv2.flip(img,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6275" y="523036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img[:, ::-1]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9590" y="5230368"/>
            <a:ext cx="13386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да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522976"/>
            <a:ext cx="603504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9612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cv2.flip(img, -1)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6275" y="5596128"/>
            <a:ext cx="2183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img[::-1, ::-1]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9590" y="5596128"/>
            <a:ext cx="13386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да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4443984"/>
            <a:ext cx="4187952" cy="1581912"/>
          </a:xfrm>
          <a:prstGeom prst="roundRect">
            <a:avLst>
              <a:gd name="adj" fmla="val 809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4700016"/>
            <a:ext cx="358444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flip(0) совпал и с warpAffine по матрице diag(1, −1) с переносом на H − 1. Её определитель равен −1: ориентация меняется на зеркальную.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Аффинное преобразование треугольника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Три пары точек однозначно задают матрицу 2 ×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pic>
        <p:nvPicPr>
          <p:cNvPr id="7" name="Picture 6" descr="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10543032" cy="260604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782312"/>
            <a:ext cx="603504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001768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5020056"/>
            <a:ext cx="5376672" cy="78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M = cv2.getAffineTransform(pts_src, pts_dst)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M = [[  1.1502   0.7434 -166.8679]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 [ -0.1977   0.9208  117.5849]]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4782312"/>
            <a:ext cx="4187952" cy="548640"/>
          </a:xfrm>
          <a:prstGeom prst="roundRect">
            <a:avLst>
              <a:gd name="adj" fmla="val 23333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1" y="4764024"/>
            <a:ext cx="3675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1.2060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5166360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определитель линейной части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5477256"/>
            <a:ext cx="4187952" cy="548640"/>
          </a:xfrm>
          <a:prstGeom prst="roundRect">
            <a:avLst>
              <a:gd name="adj" fmla="val 23333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1" y="5458968"/>
            <a:ext cx="3675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1.2060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1" y="5861304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во столько раз выросла площадь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Что стало с углами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Сумма осталась 180°, но сами углы изменились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pic>
        <p:nvPicPr>
          <p:cNvPr id="7" name="Picture 6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720840" cy="356616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882127" y="1965960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213512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180.0° → 180.0°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3746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сумма углов: фигура осталась треугольником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127248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29641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132500 → 159800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6987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площадь, пикселей²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288536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436625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10⁻⁸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76859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синус угла между сторонами параллелограмма после преобразования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Углы сохраняет только подобие — поворот, перенос, равномерный масштаб и отражение. Общее аффинное преобразование включает ещё скос.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ДОПОЛНИТЕЛЬНО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Композиция преобразований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Три матрицы, перемноженные в одну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pic>
        <p:nvPicPr>
          <p:cNvPr id="7" name="Picture 6" descr="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48840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5117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средняя разница, уровней яркости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5468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337560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73989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максимальная разница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53712"/>
            <a:ext cx="7360920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0704" y="4791456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809744"/>
            <a:ext cx="6519672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Расхождение возникает из-за повторной интерполяции и заливки границ на промежуточных шагах: композицию выгоднее выполнять одной матрицей.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 варианта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Два вопроса по теме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5171C"/>
                </a:solidFill>
                <a:latin typeface="Helvetica Neue"/>
              </a:defRPr>
            </a:pPr>
            <a:r>
              <a:t>Что произойдёт с углами треугольника при аффинном преобразовании?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6416"/>
            <a:ext cx="5042916" cy="3258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В общем случае углы изменятся: линейная часть матрицы включает не только поворот, но и растяжение по осям и скос. В расчёте 80.9°, 30.6°, 68.5° перешли в 53.3°, 35.5°, 91.2°; сумма осталась равной 180°. Площадь умножилась на модуль определителя — 1.2060. Углы сохраняет только подобие.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2011680"/>
            <a:ext cx="5042916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5171C"/>
                </a:solidFill>
                <a:latin typeface="Helvetica Neue"/>
              </a:defRPr>
            </a:pPr>
            <a:r>
              <a:t>Как в OpenCV задаются исходные и целевые точки?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21052"/>
            <a:ext cx="5042916" cy="3503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Массивом np.float32 формы (N, 2), где каждая строка — пара (x, y): сначала столбец, потом строка — противоположно порядку image[y, x]. Аффинному преобразованию нужны три пары точек, перспективному — четыре. Порядок точек в наборах должен совпадать, и точки не должны лежать на одной прямой.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 практики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вопросов по теме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аффинное преобразование отличается от перспективного?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3838"/>
            <a:ext cx="5042916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Аффинное — матрица 2 × 3, 6 степеней свободы, сохраняет параллельность, строится по трём парам точек. Перспективное — 3 × 3, 8 степеней свободы, параллельность не сохраняет, нужны четыре пары.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71468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работает cv2.warpAffine?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54551"/>
            <a:ext cx="5042916" cy="134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Для каждого пикселя выхода находит точку входа через обратное преобразование и берёт там значение с интерполяцией. Точки за границей заполняются по borderMode.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31256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Какие параметры нужны getRotationMatrix2D?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14339"/>
            <a:ext cx="5042916" cy="134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Центр вращения (x, y), угол в градусах — положительный против часовой стрелки — и коэффициент масштаба.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отражение по горизонтали отличается от вертикального?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294763"/>
            <a:ext cx="5042916" cy="134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flip(1) меняет местами лево и право, flip(0) — верх и низ, flip(−1) выполняет обе операции и равен повороту на 180°.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671468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выбрать точки для перспективного преобразования?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954551"/>
            <a:ext cx="5042916" cy="134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Четыре точки одной плоскости, образующие выпуклый четырёхугольник; никакие три не лежат на прямой. Чем дальше точки друг от друга, тем устойчивее оценка.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01168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Масштабирование до 300 × 300 изменило соотношение сторон с 1.776 на 1.000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51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59736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Поворот на 25° выполнен матрицей с определителем 1.000000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9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907792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Кадр под поворот расширен до 1144 × 932, чтобы не терять углы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55848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Сдвиг проверен точкой: (400, 200) → (280, 260)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953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cv2.flip численно совпал со срезами NumPy и с матричным преобразованием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5196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Аффинное преобразование изменило площадь ровно в 1.2060 раза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105430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Аффинное преобразование сохраняет прямые, параллельность и отношения длин, но не углы и длины; площадь меняется ровно на модуль определителя.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