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65"/>
    <p:restoredTop sz="97219"/>
  </p:normalViewPr>
  <p:slideViewPr>
    <p:cSldViewPr snapToGrid="0" snapToObjects="1">
      <p:cViewPr varScale="1">
        <p:scale>
          <a:sx n="172" d="100"/>
          <a:sy n="172" d="100"/>
        </p:scale>
        <p:origin x="2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532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60"/>
              <a:t>ЛАБОРАТОРНАЯ РАБОТА 2 · ВАРИАНТ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532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Одномерный портрет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изображения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77056"/>
            <a:ext cx="5532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Гистограмма, профили, проекции, фильтр Лапласа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и бинаризация методом Отсу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42432"/>
            <a:ext cx="6903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Компьютерное зрение · OpenCV · NumPy · Matplotlib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83" y="2167109"/>
            <a:ext cx="4645152" cy="2615221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2 · вариант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Задание варианта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пунктов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2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2598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075688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Построить гистограмму и найти пик интенсивности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6606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15768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Построить профили после применения фильтра Лапласа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355848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Построить горизонтальную проекцию и найти строку максимума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04622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95927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Построить вертикальную проекцию и найти столбец максимума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177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68630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636007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Повторить профили и проекции после бинаризации Отсу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2011680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7615" y="2191512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1000 × 563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2593848"/>
            <a:ext cx="2752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размер кадра, пикселей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194304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57615" y="3374136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 … 255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3776472"/>
            <a:ext cx="2752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диапазон значений яркости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376928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57615" y="455676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 канал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4959096"/>
            <a:ext cx="2752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чтение с IMREAD_GRAYSCALE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Три способа посмотреть на кадр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Каждая характеристика отвечает на свой вопрос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2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3355848" cy="2249424"/>
          </a:xfrm>
          <a:prstGeom prst="roundRect">
            <a:avLst>
              <a:gd name="adj" fmla="val 569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Гистограмма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96896"/>
            <a:ext cx="2807208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H(k) — сколько пикселей имеют яркость k. Отвечает на вопрос «какая яркость встречается чаще всего» и показывает контраст и динамический диапазон.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938528"/>
            <a:ext cx="3355848" cy="2249424"/>
          </a:xfrm>
          <a:prstGeom prst="roundRect">
            <a:avLst>
              <a:gd name="adj" fmla="val 569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212848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Профиль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96896"/>
            <a:ext cx="2807208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Pₕ(y) = среднее по строке, Pᵥ(x) = среднее по столбцу. Нормирован на длину, поэтому профили разных изображений одного размера сравнимы напрямую.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938528"/>
            <a:ext cx="3355848" cy="2249424"/>
          </a:xfrm>
          <a:prstGeom prst="roundRect">
            <a:avLst>
              <a:gd name="adj" fmla="val 569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4" y="2212848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Проекция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96896"/>
            <a:ext cx="2807208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HP(y) = сумма по строке, VP(x) = сумма по столбцу. Зависит от размера кадра и хранит суммарную энергию строки или столбца.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80560"/>
            <a:ext cx="10543032" cy="1146048"/>
          </a:xfrm>
          <a:prstGeom prst="roundRect">
            <a:avLst>
              <a:gd name="adj" fmla="val 1117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60704" y="4718304"/>
            <a:ext cx="50292" cy="67056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736592"/>
            <a:ext cx="9701784" cy="633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600" b="0">
                <a:solidFill>
                  <a:srgbClr val="5B6070"/>
                </a:solidFill>
                <a:latin typeface="Helvetica Neue"/>
              </a:defRPr>
            </a:pPr>
            <a:r>
              <a:t>Фильтр Лапласа ∇²I — вторая производная яркости. Он усиливает резкие перепады, поэтому профиль по его модулю показывает не «где ярче», а «где сильнее меняется яркость».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Гистограмма исходного кадра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Пик показывает доминирующий тон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2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82127" y="1965960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59" y="213512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53746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уровень яркости пика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127248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59" y="329641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40765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698748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пикселей на этом уровне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4288536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59" y="4457699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195.74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86003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средняя яркость кадра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70448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Пик не обязан совпадать с яркостью интересующего объекта: большой фон легко перевешивает небольшой объект.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B369784-2CF4-8AED-BBD1-271A6C88A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41" y="2474062"/>
            <a:ext cx="6817171" cy="22299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Фильтр Лапласа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Отклик берётся по модулю: важна сила, а не знак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2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08792" y="6455664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96596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2792" y="2148840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563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5117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максимум |∇²I|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5468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3337560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13.15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73989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средний отклик по кадру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537863"/>
            <a:ext cx="3614994" cy="729081"/>
          </a:xfrm>
          <a:prstGeom prst="roundRect">
            <a:avLst>
              <a:gd name="adj" fmla="val 1755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66760" y="4757319"/>
            <a:ext cx="50292" cy="290169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14033" y="4496477"/>
            <a:ext cx="3267721" cy="770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rPr dirty="0" err="1"/>
              <a:t>laplacian</a:t>
            </a:r>
            <a:r>
              <a:rPr dirty="0"/>
              <a:t> = </a:t>
            </a:r>
            <a:r>
              <a:rPr dirty="0" err="1"/>
              <a:t>np.abs</a:t>
            </a:r>
            <a:r>
              <a:rPr dirty="0"/>
              <a:t>(</a:t>
            </a:r>
            <a:endParaRPr lang="ru-RU" dirty="0"/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rPr dirty="0"/>
              <a:t>cv2.Laplacian(image, cv2.CV_64F)</a:t>
            </a:r>
            <a:endParaRPr lang="ru-RU" dirty="0"/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rPr dirty="0"/>
              <a:t>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A54B0C2-CAA1-43A4-29D0-87943A015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42" y="1788740"/>
            <a:ext cx="6225515" cy="4450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ПУНКТЫ 03–04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Проекции исходного кадра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Сумма яркостей вдоль строки и вдоль столбца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2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19471"/>
            <a:ext cx="5152644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5074919"/>
            <a:ext cx="46405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строка 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477255"/>
            <a:ext cx="46405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HP = 223754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3348" y="4919471"/>
            <a:ext cx="5152644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9380" y="5074919"/>
            <a:ext cx="46405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столбец 372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5477255"/>
            <a:ext cx="46405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VP = 129309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0175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Проекция отвечает на вопрос, где накоплено больше общей яркости.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4DF522-7839-8BEB-78E3-55AE61689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55" y="1836761"/>
            <a:ext cx="10612090" cy="27718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Бинаризация методом Отсу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Порог подбирается по межклассовой дисперсии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2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08</a:t>
            </a:r>
          </a:p>
        </p:txBody>
      </p:sp>
      <p:pic>
        <p:nvPicPr>
          <p:cNvPr id="7" name="Picture 6" descr="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2792" y="2135124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3746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порог Отсу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27248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3296412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85.04 %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698748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белых пикселей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88536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4457699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 и 255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86003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все значения после порога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0016"/>
            <a:ext cx="7360920" cy="995375"/>
          </a:xfrm>
          <a:prstGeom prst="roundRect">
            <a:avLst>
              <a:gd name="adj" fmla="val 12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4919472"/>
            <a:ext cx="50292" cy="556463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07008" y="4937759"/>
            <a:ext cx="6702552" cy="519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otsu, binary = cv2.threshold(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image, 0, 255, cv2.THRESH_BINARY + cv2.THRESH_OTSU)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Проекции бинарного кадра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Теперь проекция пропорциональна числу белых пикселей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2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09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B4DB09-FCDC-319E-F48D-502E68468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012" y="1609344"/>
            <a:ext cx="8715323" cy="46178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Часть первая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2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227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Что такое гистограмма и зачем она нужна?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03526"/>
            <a:ext cx="5042916" cy="991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Распределение количества пикселей по уровням яркости. Нужна для анализа тонов, контраста и выбора порога сегментации.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22320"/>
            <a:ext cx="5042916" cy="227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Чем гистограмма цветного кадра отличается от серого?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4166"/>
            <a:ext cx="5042916" cy="991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У серого один канал и одна гистограмма 0…255. У цветного строят три — по R, G и B; одинаковая яркость получается разными сочетаниями цветов.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32960"/>
            <a:ext cx="5042916" cy="227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Что такое профиль изображения?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24806"/>
            <a:ext cx="5042916" cy="991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Одномерный массив средних интенсивностей по строкам или по столбцам.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455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Как вычисляются горизонтальный и вертикальный профили?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531364"/>
            <a:ext cx="5042916" cy="763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Горизонтальный — усреднением по оси столбцов (axis=1), вертикальный — по оси строк (axis=0).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322320"/>
            <a:ext cx="5042916" cy="227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Что такое проекция изображения?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614166"/>
            <a:ext cx="5042916" cy="991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Сумма интенсивностей вдоль одной координаты: она сворачивает двумерный кадр в одномерный сигнал.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Часть вторая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2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227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В чём разница между профилем и проекцией?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03526"/>
            <a:ext cx="5042916" cy="991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Профиль — среднее, нормированное на длину строки или столбца. Проекция — сумма, она зависит от размера изображения.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22320"/>
            <a:ext cx="5042916" cy="227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Как гистограмма помогает улучшить контраст?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4166"/>
            <a:ext cx="5042916" cy="991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По ней видно сжатие диапазона яркостей; отсюда решение о растяжении контраста или эквализации гистограммы.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32960"/>
            <a:ext cx="5042916" cy="227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Зачем нужны проекции бинарного изображения?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24806"/>
            <a:ext cx="5042916" cy="991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По пикам и провалам находят строки текста, границы объектов, пустые интервалы, положение и размеры объектов.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227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Как изменится гистограмма после сглаживания?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303526"/>
            <a:ext cx="5042916" cy="991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Высокочастотный шум уменьшается, экстремальные значения встречаются реже, распределение становится компактнее и менее «зубчатым».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322320"/>
            <a:ext cx="5042916" cy="227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Что показывает пик на гистограмме?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614166"/>
            <a:ext cx="5042916" cy="991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Самый частый уровень яркости и количество пикселей на нём. Он не обязан совпадать с яркостью интересующего объекта.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выполнено в ноутбуке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2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2011680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Гистограмма построена: доминирующая интенсивность 225, 40765 пикселей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511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2459736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Профили после Лапласа дали строку 562 и столбец 535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99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2907792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Горизонтальная проекция: максимум в строке 86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472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3355848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Вертикальная проекция: максимум в столбце 372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953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3803904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Отсу разделил кадр порогом 141; белых пикселей 85.04 %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43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07008" y="4251960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Бинарные профили и проекции интерпретируются как распределение белой области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  <a:defRPr sz="1600" b="1">
                <a:solidFill>
                  <a:srgbClr val="0B57D0"/>
                </a:solidFill>
                <a:latin typeface="Helvetica Neue"/>
              </a:defRPr>
            </a:pPr>
            <a:r>
              <a:t>Гистограмма отвечает «какая яркость встречается чаще», Лаплас — «где сильнее меняется яркость», проекция — «где накоплено больше общей яркости».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826</Words>
  <Application>Microsoft Macintosh PowerPoint</Application>
  <PresentationFormat>Widescreen</PresentationFormat>
  <Paragraphs>135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5</cp:revision>
  <dcterms:created xsi:type="dcterms:W3CDTF">2013-01-27T09:14:16Z</dcterms:created>
  <dcterms:modified xsi:type="dcterms:W3CDTF">2026-10-03T12:23:27Z</dcterms:modified>
  <cp:category/>
</cp:coreProperties>
</file>