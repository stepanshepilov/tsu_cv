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2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Одномерный портрет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Гистограмма, профили, проекции, фильтр Лапласа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и бинаризация методом Отсу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Выполнили: Кошелев Егор, Шепилов Степан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167109"/>
            <a:ext cx="4645152" cy="261522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пунктов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гистограмму и найти пик интенсивности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профили после применения фильтра Лапласа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горизонтальную проекцию и найти строку максимума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вертикальную проекцию и найти столбец максимума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Повторить профили и проекции после бинаризации Отсу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кадра, пикселей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… 255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диапазон значений яркости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 канал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чтение с IMREAD_GRAYSCALE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Три способа посмотреть на кадр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Каждая характеристика отвечает на свой вопрос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Гистограмма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H(k) — сколько пикселей имеют яркость k. Отвечает на вопрос «какая яркость встречается чаще всего» и показывает контраст и динамический диапазон.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Профиль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Pₕ(y) = среднее по строке, Pᵥ(x) = среднее по столбцу. Нормирован на длину, поэтому профили разных изображений одного размера сравнимы напрямую.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Проекция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HP(y) = сумма по строке, VP(x) = сумма по столбцу. Зависит от размера кадра и хранит суммарную энергию строки или столбца.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80560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4718304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736592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Фильтр Лапласа ∇²I — вторая производная яркости. Он усиливает резкие перепады, поэтому профиль по его модулю показывает не «где ярче», а «где сильнее меняется яркость».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Гистограмма исходного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Пик показывает доминирующий тон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pic>
        <p:nvPicPr>
          <p:cNvPr id="7" name="Picture 6" descr="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7947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21351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53746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уровень яркости пика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27248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329641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40765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69874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на этом уровне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4288536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4457699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195.74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860036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средняя яркость кадра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7044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Пик не обязан совпадать с яркостью интересующего объекта: большой фон легко перевешивает небольшой объект.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Фильтр Лапласа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Отклик берётся по модулю: важна сила, а не знак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pic>
        <p:nvPicPr>
          <p:cNvPr id="7" name="Picture 6" descr="lapla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4884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563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5117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|∇²I|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5468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33756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13.15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73989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средний отклик по кадру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00016"/>
            <a:ext cx="7360920" cy="729081"/>
          </a:xfrm>
          <a:prstGeom prst="roundRect">
            <a:avLst>
              <a:gd name="adj" fmla="val 1755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4919472"/>
            <a:ext cx="50292" cy="290169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937759"/>
            <a:ext cx="6702552" cy="253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laplacian = np.abs(cv2.Laplacian(image, cv2.CV_64F))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Профили после Лапласа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Где в среднем сосредоточены перепады яркости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lap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5152644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221224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562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623560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профиля: 230.83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5029200"/>
            <a:ext cx="5152644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5221224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535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623560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профиля: 57.45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ПУНКТЫ 03–04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Проекции исходного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Сумма яркостей вдоль строки и вдоль столбца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HP = 223754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VP = 129309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5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Проекция отвечает на вопрос, где накоплено больше общей яркости.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Бинаризация методом Отсу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Порог подбирается по межклассовой дисперсии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порог Отсу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85.04 %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белых пикселей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и 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все значения после порога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0016"/>
            <a:ext cx="7360920" cy="995375"/>
          </a:xfrm>
          <a:prstGeom prst="roundRect">
            <a:avLst>
              <a:gd name="adj" fmla="val 12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0292" cy="556463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4937759"/>
            <a:ext cx="6702552" cy="51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otsu, binary = cv2.threshold(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image, 0, 255, cv2.THRESH_BINARY + cv2.THRESH_OTSU)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Проекции бинарного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Теперь проекция пропорциональна числу белых пикселей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binary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первая из 106 полностью белых строк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первый из 261 полностью белых столбцов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5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По пикам и провалам таких проекций находят строки текста и границы объектов.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первая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гистограмма и зачем она нужна?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Распределение количества пикселей по уровням яркости. Нужна для анализа тонов, контраста и выбора порога сегментации.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Чем гистограмма цветного кадра отличается от серого?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У серого один канал и одна гистограмма 0…255. У цветного строят три — по R, G и B; одинаковая яркость получается разными сочетаниями цветов.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296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профиль изображения?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2480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Одномерный массив средних интенсивностей по строкам или по столбцам.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455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вычисляются горизонтальный и вертикальный профили?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531364"/>
            <a:ext cx="5042916" cy="763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Горизонтальный — усреднением по оси столбцов (axis=1), вертикальный — по оси строк (axis=0).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проекция изображения?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Сумма интенсивностей вдоль одной координаты: она сворачивает двумерный кадр в одномерный сигнал.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вторая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В чём разница между профилем и проекцией?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Профиль — среднее, нормированное на длину строки или столбца. Проекция — сумма, она зависит от размера изображения.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гистограмма помогает улучшить контраст?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По ней видно сжатие диапазона яркостей; отсюда решение о растяжении контраста или эквализации гистограммы.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296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Зачем нужны проекции бинарного изображения?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2480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По пикам и провалам находят строки текста, границы объектов, пустые интервалы, положение и размеры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изменится гистограмма после сглаживания?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30352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Высокочастотный шум уменьшается, экстремальные значения встречаются реже, распределение становится компактнее и менее «зубчатым».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показывает пик на гистограмме?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Самый частый уровень яркости и количество пикселей на нём. Он не обязан совпадать с яркостью интересующего объекта.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Гистограмма построена: доминирующая интенсивность 225, 40765 пикселей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Профили после Лапласа дали строку 562 и столбец 535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Горизонтальная проекция: максимум в строке 86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Вертикальная проекция: максимум в столбце 372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Отсу разделил кадр порогом 141; белых пикселей 85.04 %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Бинарные профили и проекции интерпретируются как распределение белой области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Гистограмма отвечает «какая яркость встречается чаще», Лаплас — «где сильнее меняется яркость», проекция — «где накоплено больше общей яркости».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