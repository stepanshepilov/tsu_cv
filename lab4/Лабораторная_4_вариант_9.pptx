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4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Фильтрация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Пространственные фильтры, оператор Собеля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и частотная фильтрация через БПФ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167109"/>
            <a:ext cx="4645152" cy="261522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фильтров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Применить усредняющий фильтр 5 × 5 и 11 × 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Удалить шум «соль и перец» медианным фильтром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Выделить границы оператором Собеля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Реализовать фильтр повышения резкости sharpen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Реализовать гауссов высокочастотный фильтр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кадра, пикселей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… 255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диапазон значений яркости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σ = 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параметр гауссова ВЧ-фильтра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Два взгляда на фильтрацию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Одно и то же действие в разных пространствах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Пространственная область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g(x, y) = ΣΣ h(i, j)·f(x − i, y − j). Ядро идёт по изображению, а его коэффициенты задают вклад соседей. Удобно для локальных операций и небольших ядер.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Нелинейные фильтры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Медианный фильтр сортирует значения в окне и берёт центральное. Он не линейная комбинация, поэтому лучше сохраняет границы при импульсном шуме.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Частотная область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Низкие частоты — плавный фон и крупные формы, высокие — резкие переходы, мелкие детали и шум. Свёртка превращается в поэлементное умножение спектров.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43907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4981651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999939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Большое окно сильнее подавляет шум, но сильнее размывает границы и мелкие детали — этот компромисс виден во всех результатах ниже.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Усредняющий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Размер окна решает, что останется от деталей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pic>
        <p:nvPicPr>
          <p:cNvPr id="7" name="Picture 6" descr="bl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25 → 121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в окне 5 × 5 и 11 ×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7.65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изменение после 5 ×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13.60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изменение после 11 ×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0468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Каждое значение в окне 11 × 11 зависит от 121 пикселя, поэтому локальная структура меняется заметно сильнее.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Медианный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Импульсный шум удаляется, граница остаётся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pic>
        <p:nvPicPr>
          <p:cNvPr id="7" name="Picture 6" descr="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6.34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ошибка зашумлённого кадра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4.44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ошибка после медианы 5 ×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фиксированное зерно генератора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0016"/>
            <a:ext cx="73609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4937759"/>
            <a:ext cx="67025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noisy[noise_mask &lt; 0.025] = 0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noisy[noise_mask &gt; 0.975] = 255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median_5 = cv2.medianBlur(noisy, 5)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Оператор Собеля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Первая производная яркости по двум направлениям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so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|Gₓ|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|G_y|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443984"/>
            <a:ext cx="3355848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4599432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G = √(Gₓ² + G_y²)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5001768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модуль градиента объединяет направления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0468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Большое значение G означает резкий переход яркости; для показа модуль нормируется в диапазон 0…255.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Повышение резкости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Центр ядра больше единицы, соседи отрицательны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shar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36292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05740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5.62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4597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среднее изменение относительно исходного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5468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33756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I + α(I − G*I)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73989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эквивалент через unsharp masking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539996"/>
            <a:ext cx="73609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4759452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777740"/>
            <a:ext cx="67025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kernel = np.array([[ 0, -1,  0],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               [-1,  5, -1],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               [ 0, -1,  0]], dtype=np.float32)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021120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Ядро усиливает разницу между центром и соседями: границы становятся контрастнее, но вместе с ними усиливаются шум и ореолы.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Гауссов высокочастотный фильтр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H_ВЧ(D) = 1 − exp(−D² / 2σ²): плавный переход без ringing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m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38928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pic>
        <p:nvPicPr>
          <p:cNvPr id="8" name="Picture 7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064" y="1965960"/>
            <a:ext cx="5138928" cy="1725212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9" name="Rounded Rectangle 8"/>
          <p:cNvSpPr/>
          <p:nvPr/>
        </p:nvSpPr>
        <p:spPr>
          <a:xfrm>
            <a:off x="6227064" y="3928915"/>
            <a:ext cx="5138928" cy="1314450"/>
          </a:xfrm>
          <a:prstGeom prst="roundRect">
            <a:avLst>
              <a:gd name="adj" fmla="val 973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4184948"/>
            <a:ext cx="4535424" cy="802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В центре спектра маска ВЧ близка к нулю, поэтому плавный фон подавляется; дальше от центра она стремится к единице, и границы проходят сильнее.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10912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5166360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σ =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5568696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ширина гауссовой маски в спектре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5010912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5166360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fftshift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9380" y="5568696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нулевая частота переносится в центр спектра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Путь через спектр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БПФ, маска, обратное БПФ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249424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443984"/>
            <a:ext cx="10543032" cy="995375"/>
          </a:xfrm>
          <a:prstGeom prst="roundRect">
            <a:avLst>
              <a:gd name="adj" fmla="val 12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50292" cy="556463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4681728"/>
            <a:ext cx="9884663" cy="51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spectrum = np.fft.fftshift(np.fft.fft2(image))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result = np.fft.ifft2(np.fft.ifftshift(spectrum * gaussian_hpf))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Насколько сильно меняется кадр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Среднее абсолютное отклонение от исходного изображения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pic>
        <p:nvPicPr>
          <p:cNvPr id="7" name="Picture 6" descr="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2461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2651760"/>
          </a:xfrm>
          <a:prstGeom prst="roundRect">
            <a:avLst>
              <a:gd name="adj" fmla="val 482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19871" y="2203704"/>
            <a:ext cx="50292" cy="2176272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7" y="2221991"/>
            <a:ext cx="2642616" cy="21396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Усреднение 11 × 11 меняет кадр почти вдвое сильнее, чем 5 × 5. Медианный фильтр, наоборот, приближает зашумлённый кадр к исходному: ошибка падает с 6.34 до 4.44. Sharpen меняет немного, но прицельно — только на границах.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Сравнение методов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Сильные стороны и цена каждого фильтра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Метод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6136" y="205740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894" y="2057400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Сильная сторона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0234" y="205740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1">
                <a:solidFill>
                  <a:srgbClr val="5B6070"/>
                </a:solidFill>
                <a:latin typeface="Helvetica Neue"/>
              </a:defRPr>
            </a:pPr>
            <a:r>
              <a:t>Недостаток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31720"/>
            <a:ext cx="10543032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Усреднение 5 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6136" y="242316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среднее по окну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894" y="2423160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умеренное подавление шума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0234" y="242316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размывает границы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880360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53512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Усреднение 11 ×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6136" y="2953512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среднее по большому окну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1894" y="2953512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сильное сглаживание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0234" y="2953512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сильное размытие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410712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83863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Медианный 5 ×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6136" y="3483863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медиана окна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894" y="3483863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эффективен против соли и перца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0234" y="3483863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убирает мелкие детали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941063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14215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Собель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26136" y="4014215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первая производная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1894" y="4014215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выделяет направленные границы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0234" y="4014215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чувствителен к шуму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471416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544568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Sharpen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26136" y="4544568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усиливает локальный контраст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1894" y="4544568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повышает резкость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0234" y="4544568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усиливает шум и ореолы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8"/>
            <a:ext cx="10543032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074920"/>
            <a:ext cx="1893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Гауссов ВЧ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26136" y="507492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подавляет низкие частоты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61894" y="5074920"/>
            <a:ext cx="315861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выделяет детали и контуры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0234" y="5074920"/>
            <a:ext cx="25260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250" b="0">
                <a:solidFill>
                  <a:srgbClr val="15171C"/>
                </a:solidFill>
                <a:latin typeface="Helvetica Neue"/>
              </a:defRPr>
            </a:pPr>
            <a:r>
              <a:t>нужна настройка 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1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такое фильтрация и зачем она нужна?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Преобразование изображения по значениям соседних пикселей или по спектру — для подавления шума, сглаживания, повышения резкости и выделения границ.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линейная фильтрация отличается от нелинейной?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Линейная считает взвешенную сумму значений окна, нелинейная применяет другое правило — например, выбирает медиану или минимум.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бывают шумы?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Гауссов даёт небольшие случайные отклонения, импульсный «соль и перец» — чёрные и белые выбросы; бывают равномерный, периодический, мультипликативный.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размер окна влияет на результат?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Большое окно сильнее сглаживает шум, но размывает границы, уничтожает мелкие детали и стоит дороже по вычислениям.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Когда пространственная, а когда частотная фильтрация?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Пространственная — для локальных операций и небольших ядер, частотная — для анализа спектра, удаления выбранных диапазонов и больших ядер.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2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работает усредняющий фильтр?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Каждый пиксель заменяется средним значением пикселей внутри заданного окна.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гауссов фильтр отличается от усреднения?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Он придаёт больший вес центру окна и меньший дальним пикселям, поэтому сглаживание мягче и структура сохраняется лучше.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Для какого шума эффективен медианный фильтр?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Прежде всего для импульсного шума «соль и перец».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делают Собель и Превитт?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Это градиентные операторы первой производной: они оценивают изменения яркости по горизонтали и вертикали и выделяют границы.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Лаплас отличается от Собеля?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Лаплас основан на второй производной и не выделяет направление; Собель даёт направленные компоненты X и 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3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реализуется sharpen или unsharp masking?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Ядром с положительным центром и отрицательными соседями либо добавлением к кадру усиленной разницы с его размытой копией.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интерпретировать низкие и высокие частоты?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Низкие описывают плавный фон и крупные формы, высокие — резкие переходы, границы, мелкие детали и часть шума.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выполняется переход в частотную область?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Дискретным преобразованием Фурье, на практике — его быстрой реализацией np.fft.fft2.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шаги выполняются при частотной фильтрации?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БПФ, перенос нулевой частоты в центр, построение маски, умножение спектра на маску, обратный перенос и обратное БПФ.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Чем идеальный НЧ-фильтр отличается от гауссова?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У идеального резкая граница: внутри радиуса частоты проходят полностью, снаружи отбрасываются. Гауссов уменьшает пропускание плавно.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4 из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артефакты даёт идеальный НЧ-фильтр?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Ringing — концентрические колебательные ореолы около резких границ.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 работает ВЧ-фильтр?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Он подавляет область низких частот и пропускает высокие, поэтому выделяет контуры, текстуры и резкие детали.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392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Что такое полосовой фильтр?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7700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Фильтр, пропускающий только диапазон частот между нижней и верхней границей: им выделяют текстуры и структуры заданного масштаба.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Какие преимущества даёт частотная фильтрация?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29476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Она позволяет явно управлять диапазонами частот и эффективно работать с большими ядрами через БПФ.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52800"/>
            <a:ext cx="5042916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250" b="1">
                <a:solidFill>
                  <a:srgbClr val="15171C"/>
                </a:solidFill>
                <a:latin typeface="Helvetica Neue"/>
              </a:defRPr>
            </a:pPr>
            <a:r>
              <a:t>Почему БПФ эффективно при больших ядрах?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35883"/>
            <a:ext cx="5042916" cy="1030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00" b="0">
                <a:solidFill>
                  <a:srgbClr val="5B6070"/>
                </a:solidFill>
                <a:latin typeface="Helvetica Neue"/>
              </a:defRPr>
            </a:pPr>
            <a:r>
              <a:t>Прямая свёртка с большим ядром дорога, а в спектре она превращается в поэлементное умножение.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4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Усреднение 5 × 5 и 11 × 11 изменило кадр на 7.65 и 13.60 уровня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Медианный фильтр снизил ошибку зашумлённого кадра с 6.34 до 4.44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Собель выделил границы: максимальный отклик 1016 по обоим осям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Ядро sharpen повысило локальный контраст, изменив кадр на 5.62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Гауссов ВЧ-фильтр с σ = 45 подавил плавный фон и оставил контуры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Показан весь путь через спектр: БПФ, маска, обратное БПФ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Выбор фильтра — это всегда компромисс: чем сильнее подавляется шум, тем больше теряется мелких деталей и резкости границ.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