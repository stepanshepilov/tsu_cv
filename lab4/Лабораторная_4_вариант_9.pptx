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Цифровая фильтрация изображений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Компьютерное зрение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01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685800"/>
            <a:ext cx="406908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074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0E7490"/>
                </a:solidFill>
                <a:latin typeface="Aptos"/>
              </a:defRPr>
            </a:pPr>
            <a:r>
              <a:t>Сглаживание · шум · границы · резкость · БПФ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Задание варианта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Пять операций над image.png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1. Усреднение 5x5 и 11x11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2. Медианный фильтр против шума «соль и перец»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3. Границы оператором Собеля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4. Повышение резкости sharpen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5. Гауссов ВЧ-фильтр в частотной области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Теория пространственной фильтрации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Пространственная область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Свёртка вычисляет новый пиксель по его окрестности: g(x,y) = сумма h(i,j) f(x-i,y-j).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Линейные фильтры используют взвешенную сумму. Нелинейный медианный фильтр выбирает медиану окна. Большое окно сильнее сглаживает, но размывает детали.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Усредняющие фильтры 5x5 и 11x11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Чем больше окно, тем сильнее сглаживание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Окно 5x5: среднее изменение 7.65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Окно 11x11: среднее изменение 13.60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04</a:t>
            </a:r>
          </a:p>
        </p:txBody>
      </p:sp>
      <p:pic>
        <p:nvPicPr>
          <p:cNvPr id="6" name="Picture 5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13232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24688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0E7490"/>
                </a:solidFill>
                <a:latin typeface="Aptos"/>
              </a:defRPr>
            </a:pPr>
            <a:r>
              <a:t>11x11 подавляет больше мелких изменений, но сильнее размывает границы.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Медианный фильтр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Шум «соль и перец»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Добавлен воспроизводимый импульсный шум: ошибка 6.34. После medianBlur 5x5 ошибка стала 4.44.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05</a:t>
            </a:r>
          </a:p>
        </p:txBody>
      </p:sp>
      <p:pic>
        <p:nvPicPr>
          <p:cNvPr id="6" name="Picture 5" descr="med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40080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274320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E45C4F"/>
                </a:solidFill>
                <a:latin typeface="Aptos"/>
              </a:defRPr>
            </a:pPr>
            <a:r>
              <a:t>Медиана удаляет одиночные выбросы и лучше сохраняет контуры, чем усреднение.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Оператор Собеля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Выделение границ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Sobel X и Sobel Y оценивают первую производную яркости. Модуль градиента объединяет направления: G = sqrt(Gx^2 + Gy^2).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06</a:t>
            </a:r>
          </a:p>
        </p:txBody>
      </p:sp>
      <p:pic>
        <p:nvPicPr>
          <p:cNvPr id="6" name="Picture 5" descr="so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40080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E7490"/>
                </a:solidFill>
                <a:latin typeface="Aptos"/>
              </a:defRPr>
            </a:pPr>
            <a:r>
              <a:t>Максимум X: 1016</a:t>
            </a:r>
          </a:p>
          <a:p>
            <a:pPr>
              <a:spcAft>
                <a:spcPts val="500"/>
              </a:spcAft>
              <a:defRPr sz="2200" b="1">
                <a:solidFill>
                  <a:srgbClr val="0E7490"/>
                </a:solidFill>
                <a:latin typeface="Aptos"/>
              </a:defRPr>
            </a:pPr>
            <a:r>
              <a:t>Максимум Y: 1016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Повышение резкости sharpen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Пространственное ядро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Ядро [[0,-1,0],[-1,5,-1],[0,-1,0]] усиливает локальные перепады яркости. Среднее абсолютное изменение результата: 5.62.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Недостаток: вместе с деталями может усилиться шум и появиться ореол около контуров.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Частотная область и БПФ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Переход от пикселей к спектру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Низкие частоты соответствуют плавному фону и крупным формам. Высокие частоты содержат границы, детали и шум.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Шаги: БПФ -&gt; fftshift -&gt; маска -&gt; умножение спектров -&gt; обратное БПФ.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08</a:t>
            </a:r>
          </a:p>
        </p:txBody>
      </p:sp>
      <p:pic>
        <p:nvPicPr>
          <p:cNvPr id="6" name="Picture 5" descr="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4846320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Гауссов высокочастотный фильтр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Фильтрация спектра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H_LPF(D) = exp(-D^2 / 2sigma^2)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H_HPF(D) = 1 - H_LPF(D)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sigma = 45. Низкие частоты подавляются плавно, высокие проходят и формируют карту контуров.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09</a:t>
            </a:r>
          </a:p>
        </p:txBody>
      </p:sp>
      <p:pic>
        <p:nvPicPr>
          <p:cNvPr id="6" name="Picture 5" descr="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4846320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Код лабораторной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Основные вызовы из ноутбука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blur_5 = cv2.blur(image, (5, 5))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blur_11 = cv2.blur(image, (11, 11))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median = cv2.medianBlur(noisy, 5)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sobel_x = cv2.Sobel(image, cv2.CV_64F, 1, 0, ksize=3)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sharpened = cv2.filter2D(image, -1, kernel)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spectrum = np.fft.fftshift(np.fft.fft2(image))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filtered = spectrum * gaussian_hpf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Контрольные вопросы 1–10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Ответы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1. Фильтрация нужна для шума, сглаживания, резкости и границ.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2. Линейная использует сумму, нелинейная — медиану или другое правило.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3. Шумы: гауссовский, импульсный, периодический и другие.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4. Большое окно сильнее сглаживает и размывает детали.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5. Пространственная удобна для локальных ядер, частотная — для диапазонов и больших ядер.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6. Усреднение заменяет пиксель средним окна.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7. Гаусс сильнее взвешивает центр.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8. Медиана эффективна против «соли и перца».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9. Собель и Превитт оценивают первую производную.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10. Лаплас — вторая производная, Собель — направленная первая.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Контрольные вопросы 11–20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Ответы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11. Sharpen усиливает разность с соседями или использует unsharp masking.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12. Низкие частоты — фон, высокие — границы и детали.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13. Переход выполняется дискретным преобразованием Фурье.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14. БПФ, центрирование, маска, умножение, обратное БПФ.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15. Идеальный НЧ имеет резкую границу, гауссов — плавную.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16. Идеальный фильтр может дать ringing-ореолы.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17. ВЧ-фильтр выделяет контуры.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18. BPF пропускает диапазон частот.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19. Частотный подход явно управляет диапазонами.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20. БПФ выгоден при больших ядрах.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Результат лабораторной работы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Выполнены все пункты варианта 9: сравнение окон, удаление импульсного шума, Собель, sharpen и гауссов ВЧ-фильтр через БПФ.</a:t>
            </a: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Главный вывод: размер окна и частотная маска задают компромисс между шумоподавлением, сохранением деталей и выделением границ.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4 · вариант 9                       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